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3600450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30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731520"/>
            <a:ext cx="2868472" cy="7315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A237E"/>
                </a:solidFill>
                <a:latin typeface="Arial"/>
              </a:defRPr>
            </a:pPr>
            <a:r>
              <a:t>MindKeep</a:t>
            </a:r>
            <a:br/>
            <a:r>
              <a:t>Login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103120"/>
            <a:ext cx="2868472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12121"/>
                </a:solidFill>
                <a:latin typeface="Arial"/>
              </a:defRPr>
            </a:pPr>
            <a:r>
              <a:rPr dirty="0" err="1"/>
              <a:t>Usuario</a:t>
            </a:r>
            <a:r>
              <a:rPr dirty="0"/>
              <a:t> o Correo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743200"/>
            <a:ext cx="2868472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12121"/>
                </a:solidFill>
                <a:latin typeface="Arial"/>
              </a:defRPr>
            </a:pPr>
            <a:r>
              <a:t>Contraseña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657600"/>
            <a:ext cx="2868472" cy="4572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Ingresar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754880"/>
            <a:ext cx="2868472" cy="3657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288D1"/>
                </a:solidFill>
                <a:latin typeface="Arial"/>
              </a:defRPr>
            </a:pPr>
            <a:r>
              <a:t>¿Olvidaste tu contraseña?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212080"/>
            <a:ext cx="2868472" cy="3657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288D1"/>
                </a:solidFill>
                <a:latin typeface="Arial"/>
              </a:defRPr>
            </a:pPr>
            <a:r>
              <a:t>¿No tienes cuenta? Registrarse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27432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← Regresar al Login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2868472" cy="54864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237E"/>
                </a:solidFill>
                <a:latin typeface="Arial"/>
              </a:defRPr>
            </a:pPr>
            <a:r>
              <a:t>Recuperar Contraseña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2868472" cy="7315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  <a:latin typeface="Arial"/>
              </a:defRPr>
            </a:pPr>
            <a:r>
              <a:rPr dirty="0"/>
              <a:t>Introduce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correo</a:t>
            </a:r>
            <a:r>
              <a:rPr dirty="0"/>
              <a:t> </a:t>
            </a:r>
            <a:r>
              <a:rPr dirty="0" err="1"/>
              <a:t>electrónico</a:t>
            </a:r>
            <a:r>
              <a:rPr dirty="0"/>
              <a:t> para </a:t>
            </a:r>
            <a:r>
              <a:rPr dirty="0" err="1"/>
              <a:t>recuperar</a:t>
            </a:r>
            <a:r>
              <a:rPr dirty="0"/>
              <a:t> </a:t>
            </a:r>
            <a:r>
              <a:rPr dirty="0" err="1"/>
              <a:t>tus</a:t>
            </a:r>
            <a:r>
              <a:rPr dirty="0"/>
              <a:t> </a:t>
            </a:r>
            <a:r>
              <a:rPr dirty="0" err="1"/>
              <a:t>credenciales</a:t>
            </a:r>
            <a:r>
              <a:rPr dirty="0"/>
              <a:t> locales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926080"/>
            <a:ext cx="2868472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12121"/>
                </a:solidFill>
                <a:latin typeface="Arial"/>
              </a:defRPr>
            </a:pPr>
            <a:r>
              <a:t>Correo electrónico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840480"/>
            <a:ext cx="2868472" cy="4572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Enviar Enlace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457200"/>
            <a:ext cx="2868472" cy="4572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A237E"/>
                </a:solidFill>
                <a:latin typeface="Arial"/>
              </a:defRPr>
            </a:pPr>
            <a:r>
              <a:t>Crear Cuenta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2868472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  <a:latin typeface="Arial"/>
              </a:defRPr>
            </a:pPr>
            <a:r>
              <a:t>Nombres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783080"/>
            <a:ext cx="2868472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  <a:latin typeface="Arial"/>
              </a:defRPr>
            </a:pPr>
            <a:r>
              <a:t>Apellidos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377440"/>
            <a:ext cx="2868472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  <a:latin typeface="Arial"/>
              </a:defRPr>
            </a:pPr>
            <a:r>
              <a:t>Correo electrónico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971800"/>
            <a:ext cx="2868472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  <a:latin typeface="Arial"/>
              </a:defRPr>
            </a:pPr>
            <a:r>
              <a:t>Contraseña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566160"/>
            <a:ext cx="2868472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  <a:latin typeface="Arial"/>
              </a:defRPr>
            </a:pPr>
            <a:r>
              <a:t>Confirmar Contraseña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572000"/>
            <a:ext cx="2868472" cy="4572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Guardar Usuario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03520"/>
            <a:ext cx="2868472" cy="3657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288D1"/>
                </a:solidFill>
                <a:latin typeface="Arial"/>
              </a:defRPr>
            </a:pPr>
            <a:r>
              <a:t>¿Ya tienes cuenta? Inicia sesión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599992" cy="6400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Mis Notas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305135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2121"/>
                </a:solidFill>
                <a:latin typeface="Arial"/>
              </a:defRPr>
            </a:pPr>
            <a:r>
              <a:t>Idea de Proyecto</a:t>
            </a:r>
            <a:br/>
            <a:r>
              <a:t>14/05/2026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305135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2121"/>
                </a:solidFill>
                <a:latin typeface="Arial"/>
              </a:defRPr>
            </a:pPr>
            <a:r>
              <a:t>Lista de Compras</a:t>
            </a:r>
            <a:br/>
            <a:r>
              <a:t>13/05/2026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926080"/>
            <a:ext cx="305135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12121"/>
                </a:solidFill>
                <a:latin typeface="Arial"/>
              </a:defRPr>
            </a:pPr>
            <a:r>
              <a:t>Apuntes de Clase</a:t>
            </a:r>
            <a:br/>
            <a:r>
              <a:t>12/05/2026</a:t>
            </a:r>
          </a:p>
        </p:txBody>
      </p:sp>
      <p:sp>
        <p:nvSpPr>
          <p:cNvPr id="6" name="Oval 5"/>
          <p:cNvSpPr/>
          <p:nvPr/>
        </p:nvSpPr>
        <p:spPr>
          <a:xfrm>
            <a:off x="2560320" y="4572000"/>
            <a:ext cx="594360" cy="5943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760720"/>
            <a:ext cx="2868472" cy="3657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12121"/>
                </a:solidFill>
                <a:latin typeface="Arial"/>
              </a:defRPr>
            </a:pPr>
            <a:r>
              <a:t>Salir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27432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  <a:latin typeface="Arial"/>
              </a:defRPr>
            </a:pPr>
            <a:r>
              <a:t>← Ver Nota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274320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12121"/>
                </a:solidFill>
                <a:latin typeface="Arial"/>
              </a:defRPr>
            </a:pPr>
            <a:r>
              <a:t>[Editar]  [Borrar]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868472" cy="3657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12121"/>
                </a:solidFill>
                <a:latin typeface="Arial"/>
              </a:defRPr>
            </a:pPr>
            <a:r>
              <a:t>Idea de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868472" cy="2743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rPr dirty="0"/>
              <a:t>1</a:t>
            </a:r>
            <a:r>
              <a:rPr lang="es-EC" dirty="0"/>
              <a:t>2</a:t>
            </a:r>
            <a:r>
              <a:rPr dirty="0"/>
              <a:t>/05/2026 - 15:30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868472" cy="2926080"/>
          </a:xfrm>
          <a:prstGeom prst="rect">
            <a:avLst/>
          </a:prstGeom>
          <a:solidFill>
            <a:srgbClr val="F1F5F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0">
                <a:solidFill>
                  <a:srgbClr val="212121"/>
                </a:solidFill>
                <a:latin typeface="Arial"/>
              </a:defRPr>
            </a:pPr>
            <a:r>
              <a:rPr dirty="0" err="1"/>
              <a:t>Contenido</a:t>
            </a:r>
            <a:r>
              <a:rPr dirty="0"/>
              <a:t> de la nota...</a:t>
            </a:r>
            <a:endParaRPr lang="es-EC" dirty="0"/>
          </a:p>
          <a:p>
            <a:pPr>
              <a:defRPr sz="1200" b="0">
                <a:solidFill>
                  <a:srgbClr val="212121"/>
                </a:solidFill>
                <a:latin typeface="Arial"/>
              </a:defRPr>
            </a:pPr>
            <a:endParaRPr lang="es-ES" dirty="0"/>
          </a:p>
          <a:p>
            <a:pPr>
              <a:defRPr sz="1200" b="0">
                <a:solidFill>
                  <a:srgbClr val="212121"/>
                </a:solidFill>
                <a:latin typeface="Arial"/>
              </a:defRPr>
            </a:pPr>
            <a:endParaRPr lang="es-EC" dirty="0"/>
          </a:p>
          <a:p>
            <a:pPr marL="171450" indent="-171450">
              <a:buFont typeface="Arial" panose="020B0604020202020204" pitchFamily="34" charset="0"/>
              <a:buChar char="•"/>
              <a:defRPr sz="1200" b="0">
                <a:solidFill>
                  <a:srgbClr val="212121"/>
                </a:solidFill>
                <a:latin typeface="Arial"/>
              </a:defRPr>
            </a:pPr>
            <a:r>
              <a:rPr dirty="0" err="1"/>
              <a:t>Repasar</a:t>
            </a:r>
            <a:r>
              <a:rPr dirty="0"/>
              <a:t> </a:t>
            </a:r>
            <a:r>
              <a:rPr dirty="0" err="1"/>
              <a:t>conceptos</a:t>
            </a:r>
            <a:r>
              <a:rPr dirty="0"/>
              <a:t> de la </a:t>
            </a:r>
            <a:r>
              <a:rPr dirty="0" err="1"/>
              <a:t>arquitectura</a:t>
            </a:r>
            <a:r>
              <a:rPr dirty="0"/>
              <a:t> local de Android.</a:t>
            </a:r>
            <a:endParaRPr lang="es-EC" dirty="0"/>
          </a:p>
          <a:p>
            <a:pPr>
              <a:defRPr sz="1200" b="0">
                <a:solidFill>
                  <a:srgbClr val="212121"/>
                </a:solidFill>
                <a:latin typeface="Arial"/>
              </a:defRPr>
            </a:pPr>
            <a:endParaRPr lang="es-EC" dirty="0"/>
          </a:p>
          <a:p>
            <a:pPr marL="171450" indent="-171450">
              <a:buFont typeface="Arial" panose="020B0604020202020204" pitchFamily="34" charset="0"/>
              <a:buChar char="•"/>
              <a:defRPr sz="1200" b="0">
                <a:solidFill>
                  <a:srgbClr val="212121"/>
                </a:solidFill>
                <a:latin typeface="Arial"/>
              </a:defRPr>
            </a:pPr>
            <a:r>
              <a:rPr dirty="0" err="1"/>
              <a:t>Preparar</a:t>
            </a:r>
            <a:r>
              <a:rPr dirty="0"/>
              <a:t> la </a:t>
            </a:r>
            <a:r>
              <a:rPr dirty="0" err="1"/>
              <a:t>entrega</a:t>
            </a:r>
            <a:r>
              <a:rPr dirty="0"/>
              <a:t> para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foro</a:t>
            </a:r>
            <a:r>
              <a:rPr dirty="0"/>
              <a:t> </a:t>
            </a:r>
            <a:r>
              <a:rPr dirty="0" err="1"/>
              <a:t>académico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029200"/>
            <a:ext cx="2868472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7E"/>
                </a:solidFill>
                <a:latin typeface="Arial"/>
              </a:defRPr>
            </a:pPr>
            <a:r>
              <a:t>🔔 Recordatorio / Alarma  [ ON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121</Words>
  <Application>Microsoft Office PowerPoint</Application>
  <PresentationFormat>Personalizado</PresentationFormat>
  <Paragraphs>36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JD H</dc:creator>
  <cp:keywords/>
  <cp:lastModifiedBy>JD H</cp:lastModifiedBy>
  <cp:revision>3</cp:revision>
  <dcterms:created xsi:type="dcterms:W3CDTF">2013-01-27T09:14:16Z</dcterms:created>
  <dcterms:modified xsi:type="dcterms:W3CDTF">2026-05-21T07:05:26Z</dcterms:modified>
  <cp:category/>
</cp:coreProperties>
</file>